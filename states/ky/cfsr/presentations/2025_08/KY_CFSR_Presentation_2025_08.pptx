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heme" Target="theme/theme1.xml"/>
<Relationship Id="rId6" Type="http://schemas.openxmlformats.org/officeDocument/2006/relationships/tableStyles" Target="tableStyles.xml"/>
<Relationship Id="rId7" Type="http://schemas.openxmlformats.org/officeDocument/2006/relationships/slide" Target="slides/slide1.xml"/>
<Relationship Id="rId8" Type="http://schemas.openxmlformats.org/officeDocument/2006/relationships/slide" Target="slides/slide2.xml"/>
<Relationship Id="rId9" Type="http://schemas.openxmlformats.org/officeDocument/2006/relationships/slide" Target="slides/slide3.xml"/>
<Relationship Id="rId10" Type="http://schemas.openxmlformats.org/officeDocument/2006/relationships/slide" Target="slides/slide4.xml"/>
<Relationship Id="rId11" Type="http://schemas.openxmlformats.org/officeDocument/2006/relationships/slide" Target="slides/slide5.xml"/>
<Relationship Id="rId12" Type="http://schemas.openxmlformats.org/officeDocument/2006/relationships/slide" Target="slides/slide6.xml"/>
<Relationship Id="rId13" Type="http://schemas.openxmlformats.org/officeDocument/2006/relationships/slide" Target="slides/slide7.xml"/>
<Relationship Id="rId14" Type="http://schemas.openxmlformats.org/officeDocument/2006/relationships/slide" Target="slides/slide8.xml"/>
<Relationship Id="rId15" Type="http://schemas.openxmlformats.org/officeDocument/2006/relationships/slide" Target="slides/slide9.xml"/>
<Relationship Id="rId16" Type="http://schemas.openxmlformats.org/officeDocument/2006/relationships/slide" Target="slides/slide10.xml"/>
<Relationship Id="rId17" Type="http://schemas.openxmlformats.org/officeDocument/2006/relationships/slide" Target="slides/slide11.xml"/>
<Relationship Id="rId18" Type="http://schemas.openxmlformats.org/officeDocument/2006/relationships/slide" Target="slides/slide12.xml"/>
<Relationship Id="rId19" Type="http://schemas.openxmlformats.org/officeDocument/2006/relationships/slide" Target="slides/slide13.xml"/>
<Relationship Id="rId20" Type="http://schemas.openxmlformats.org/officeDocument/2006/relationships/slide" Target="slides/slide14.xml"/>
<Relationship Id="rId21" Type="http://schemas.openxmlformats.org/officeDocument/2006/relationships/slide" Target="slides/slide15.xml"/>
<Relationship Id="rId22" Type="http://schemas.openxmlformats.org/officeDocument/2006/relationships/slide" Target="slides/slide16.xml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7d57a15124eae8e062ddf71dab95131ded9e1c9d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ab6ab3730776554440845f9cdc6943a5aaac8f4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aeeee66b8616a1c778f92fa16d3506f761e8fa51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cab6ab3730776554440845f9cdc6943a5aaac8f4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aeeee66b8616a1c778f92fa16d3506f761e8fa51.pn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cab6ab3730776554440845f9cdc6943a5aaac8f4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aeeee66b8616a1c778f92fa16d3506f761e8fa51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cab6ab3730776554440845f9cdc6943a5aaac8f4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aeeee66b8616a1c778f92fa16d3506f761e8fa51.pn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cab6ab3730776554440845f9cdc6943a5aaac8f4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aeeee66b8616a1c778f92fa16d3506f761e8fa51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F4C75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Kentucky CFSR Profile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E9BA4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Profile Period: August 2025
Data Range: Apr '20 - Sep '22
Generated: April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CFSR Round 4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/>
            <a:r>
              <a:rPr/>
              <a:t>Children's Bureau provides CFSR Round 4 Data Profiles every 6 months</a:t>
            </a:r>
          </a:p>
          <a:p>
            <a:pPr/>
            <a:r>
              <a:rPr/>
              <a:t>Shows your state's risk-standardized performance (RSP) and observed performance</a:t>
            </a:r>
          </a:p>
          <a:p>
            <a:pPr/>
            <a:r>
              <a:rPr/>
              <a:t>RSP is observed performance but with risk-adjustment</a:t>
            </a:r>
          </a:p>
          <a:p>
            <a:pPr/>
            <a:r>
              <a:rPr/>
              <a:t>RSP is compared to the national performance to see if performance is statistically better, worse, or no different than national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CFSR Performance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Overall Performance Summary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Risk-Standardized Performance Overview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Observed Performance Overview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Individual Indicators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Maltreatment in foster care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43 of 52 reporting states.</a:t>
            </a:r>
          </a:p>
          <a:p>
            <a:pPr/>
            <a:r>
              <a:rPr/>
              <a:t>Performance: 27.76 per 100,000.</a:t>
            </a:r>
          </a:p>
          <a:p>
            <a:pPr/>
            <a:r>
              <a:rPr/>
              <a:t>18.69 above national standard of 9.07.</a:t>
            </a:r>
          </a:p>
          <a:p>
            <a:pPr/>
            <a:r>
              <a:rPr/>
              <a:t>Performance below national standard.</a:t>
            </a:r>
          </a:p>
          <a:p>
            <a:pPr/>
            <a:r>
              <a:rPr/>
              <a:t>Based on 2 events among 7,204 children.</a:t>
            </a:r>
          </a:p>
          <a:p>
            <a:pPr/>
            <a:r>
              <a:rPr/>
              <a:t>Source: Children's Bureau. (2025, August). Kentucky - supplemental context data - August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Maltreatment in care counts substantiated or indicated victimizations during foster care episodes.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Maltreatment recurrence within 12 months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36 of 50 reporting states.</a:t>
            </a:r>
          </a:p>
          <a:p>
            <a:pPr/>
            <a:r>
              <a:rPr/>
              <a:t>Performance: 21.4%.</a:t>
            </a:r>
          </a:p>
          <a:p>
            <a:pPr/>
            <a:r>
              <a:rPr/>
              <a:t>11.7% above national standard of 9.7%.</a:t>
            </a:r>
          </a:p>
          <a:p>
            <a:pPr/>
            <a:r>
              <a:rPr/>
              <a:t>Performance below national standard.</a:t>
            </a:r>
          </a:p>
          <a:p>
            <a:pPr/>
            <a:r>
              <a:rPr/>
              <a:t>Based on 21 events among 98 children.</a:t>
            </a:r>
          </a:p>
          <a:p>
            <a:pPr/>
            <a:r>
              <a:rPr/>
              <a:t>Source: Children's Bureau. (2025, August). Kentucky - supplemental context data - August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Recurrence measures children with a new substantiated or indicated report within 12 months of an initial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Foster care entry rate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42 of 52 reporting states.</a:t>
            </a:r>
          </a:p>
          <a:p>
            <a:pPr/>
            <a:r>
              <a:rPr/>
              <a:t>Performance: 1.85 per 1,000.</a:t>
            </a:r>
          </a:p>
          <a:p>
            <a:pPr/>
            <a:r>
              <a:rPr/>
              <a:t>Based on 7 events among 3,781 children.</a:t>
            </a:r>
          </a:p>
          <a:p>
            <a:pPr/>
            <a:r>
              <a:rPr/>
              <a:t>Source: Children's Bureau. (2025, August). Kentucky - supplemental context data - August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Entry rate reflects how often children in the state enter foster care relative to the child population.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Perm in 12 months (entries)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7 of 50 reporting states.</a:t>
            </a:r>
          </a:p>
          <a:p>
            <a:pPr/>
            <a:r>
              <a:rPr/>
              <a:t>Performance: 28.6%.</a:t>
            </a:r>
          </a:p>
          <a:p>
            <a:pPr/>
            <a:r>
              <a:rPr/>
              <a:t>6.6% below national standard of 35.2%.</a:t>
            </a:r>
          </a:p>
          <a:p>
            <a:pPr/>
            <a:r>
              <a:rPr/>
              <a:t>Performance below national standard.</a:t>
            </a:r>
          </a:p>
          <a:p>
            <a:pPr/>
            <a:r>
              <a:rPr/>
              <a:t>Based on 2 events among 7 children.</a:t>
            </a:r>
          </a:p>
          <a:p>
            <a:pPr/>
            <a:r>
              <a:rPr/>
              <a:t>Source: Children's Bureau. (2025, August). Kentucky - supplemental context data - August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Permanency within 12 months of entry reflects timely exits to reunification, adoption, or guardianship.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Perm in 12 months (12-23 months)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36 of 50 reporting states.</a:t>
            </a:r>
          </a:p>
          <a:p>
            <a:pPr/>
            <a:r>
              <a:rPr/>
              <a:t>Performance: 100%.</a:t>
            </a:r>
          </a:p>
          <a:p>
            <a:pPr/>
            <a:r>
              <a:rPr/>
              <a:t>56.2% above national standard of 43.8%.</a:t>
            </a:r>
          </a:p>
          <a:p>
            <a:pPr/>
            <a:r>
              <a:rPr/>
              <a:t>Performance meets or exceeds national standard.</a:t>
            </a:r>
          </a:p>
          <a:p>
            <a:pPr/>
            <a:r>
              <a:rPr/>
              <a:t>Based on 1 events among 1 children.</a:t>
            </a:r>
          </a:p>
          <a:p>
            <a:pPr/>
            <a:r>
              <a:rPr/>
              <a:t>Source: Children's Bureau. (2025, August). Kentucky - supplemental context data - August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This cohort had been in care 12–23 months continuously as of the first day of the 12-month period.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Perm in 12 months (24 months or more)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25 of 50 reporting states.</a:t>
            </a:r>
          </a:p>
          <a:p>
            <a:pPr/>
            <a:r>
              <a:rPr/>
              <a:t>Performance: 45.5%.</a:t>
            </a:r>
          </a:p>
          <a:p>
            <a:pPr/>
            <a:r>
              <a:rPr/>
              <a:t>8.2% above national standard of 37.3%.</a:t>
            </a:r>
          </a:p>
          <a:p>
            <a:pPr/>
            <a:r>
              <a:rPr/>
              <a:t>Performance meets or exceeds national standard.</a:t>
            </a:r>
          </a:p>
          <a:p>
            <a:pPr/>
            <a:r>
              <a:rPr/>
              <a:t>Based on 5 events among 11 children.</a:t>
            </a:r>
          </a:p>
          <a:p>
            <a:pPr/>
            <a:r>
              <a:rPr/>
              <a:t>Source: Children's Bureau. (2025, August). Kentucky - supplemental context data - August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This cohort had been in care 24 months or more continuously as of the first day of the 12-month period.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Reentry to foster care within 12 months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33 of 49 reporting states.</a:t>
            </a:r>
          </a:p>
          <a:p>
            <a:pPr/>
            <a:r>
              <a:rPr/>
              <a:t>Performance: 0%.</a:t>
            </a:r>
          </a:p>
          <a:p>
            <a:pPr/>
            <a:r>
              <a:rPr/>
              <a:t>5.6% below national standard of 5.6%.</a:t>
            </a:r>
          </a:p>
          <a:p>
            <a:pPr/>
            <a:r>
              <a:rPr/>
              <a:t>Performance meets or exceeds national standard.</a:t>
            </a:r>
          </a:p>
          <a:p>
            <a:pPr/>
            <a:r>
              <a:rPr/>
              <a:t>Based on 0 events among 7 children.</a:t>
            </a:r>
          </a:p>
          <a:p>
            <a:pPr/>
            <a:r>
              <a:rPr/>
              <a:t>Source: Children's Bureau. (2025, August). Kentucky - supplemental context data - August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Reentry counts children who return to foster care within 12 months after a discharge to permanency.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Placement stability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19 of 49 reporting states.</a:t>
            </a:r>
          </a:p>
          <a:p>
            <a:pPr/>
            <a:r>
              <a:rPr/>
              <a:t>Performance: 14.39 per 1,000.</a:t>
            </a:r>
          </a:p>
          <a:p>
            <a:pPr/>
            <a:r>
              <a:rPr/>
              <a:t>9.91 above national standard of 4.48.</a:t>
            </a:r>
          </a:p>
          <a:p>
            <a:pPr/>
            <a:r>
              <a:rPr/>
              <a:t>Performance below national standard.</a:t>
            </a:r>
          </a:p>
          <a:p>
            <a:pPr/>
            <a:r>
              <a:rPr/>
              <a:t>Based on 8 events among 556 children.</a:t>
            </a:r>
          </a:p>
          <a:p>
            <a:pPr/>
            <a:r>
              <a:rPr/>
              <a:t>Source: Children's Bureau. (2025, August). Kentucky - supplemental context data - August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Placement stability summarizes moves per 1,000 days in care for children entering during the period.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Summary — Kentucky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/>
            <a:r>
              <a:rPr/>
              <a:t>This deck summarizes observed CFSR profile indicators for August 2025.</a:t>
            </a:r>
          </a:p>
          <a:p>
            <a:pPr/>
            <a:r>
              <a:rPr/>
              <a:t>Review each indicator slide with agency leadership before external distribution.</a:t>
            </a:r>
          </a:p>
          <a:p>
            <a:pPr/>
            <a:r>
              <a:rPr/>
              <a:t>Contact: kurt@childmetrix.com</a:t>
            </a:r>
          </a:p>
          <a:p>
            <a:pPr/>
            <a:r>
              <a:rPr/>
              <a:t>Acknowledgments: Children's Bureau CFSR Round 4 Data Profile; ChildMetrix.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2026-04-24T20:27:52Z</dcterms:modified>
  <cp:category/>
</cp:coreProperties>
</file>